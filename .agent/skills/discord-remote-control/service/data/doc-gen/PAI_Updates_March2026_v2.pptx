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 System Updates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16,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by Sam PAI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Status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37160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voice-server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8888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Active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Text-to-speech HTTP API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observability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5172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Active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Real-time agent monitoring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python-sidecar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8889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Active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TTS model inference server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discord-remote-control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Active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Discord-based remote interface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029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services running — uptime 4+ hours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Discord Plugin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Wizard Plugin (!wizard)</a:t>
            </a:r>
            <a:endParaRPr lang="en-US" sz="1600" dirty="0"/>
          </a:p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4-phase interview workflow with LLM backend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Doc-Gen Plugin (!doc)</a:t>
            </a:r>
            <a:endParaRPr lang="en-US" sz="1600" dirty="0"/>
          </a:p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DOCX &amp; PPTX generation from markdown content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NotebookLM Plugin (!nlm)</a:t>
            </a:r>
            <a:endParaRPr lang="en-US" sz="1600" dirty="0"/>
          </a:p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overview generation via nlm CLI</a:t>
            </a:r>
            <a:endParaRPr lang="en-US" sz="1600" dirty="0"/>
          </a:p>
          <a:p>
            <a:r>
              <a:rPr lang="en-US" sz="16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Attachment Support (NEW)</a:t>
            </a:r>
            <a:endParaRPr lang="en-US" sz="1600" dirty="0"/>
          </a:p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Subprocess responses can now attach files to Discord messages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Improvements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system integration with SQLite persistence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Multi-project orchestration and improved logging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Hardcoded path resolution across all services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Discord subprocess file attachment pipeline</a:t>
            </a:r>
            <a:endParaRPr lang="en-US" sz="1600" dirty="0"/>
          </a:p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[SAM_ATTACH:] marker parsing with flexible regex</a:t>
            </a:r>
            <a:endParaRPr lang="en-US" sz="1600" dirty="0"/>
          </a:p>
          <a:p>
            <a:r>
              <a:rPr lang="en-US" sz="16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systemd services now stable and running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Wiki documentation for plugin system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plugin ecosystem with new Discord commands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voice server with additional TTS models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Strengthen observability with agent performance metrics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NotebookLM audio overview integration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image generation support to Discord responses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architect skill hierarchical planning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 System Updates - March 2026</dc:title>
  <dc:subject>PptxGenJS Presentation</dc:subject>
  <dc:creator>Sam PAI</dc:creator>
  <cp:lastModifiedBy>Sam PAI</cp:lastModifiedBy>
  <cp:revision>1</cp:revision>
  <dcterms:created xsi:type="dcterms:W3CDTF">2026-03-16T21:03:58Z</dcterms:created>
  <dcterms:modified xsi:type="dcterms:W3CDTF">2026-03-16T21:03:58Z</dcterms:modified>
</cp:coreProperties>
</file>