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 System Updates - March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16,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Status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Server (port 8888) - Active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 Dashboard (port 5172) - Active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Discord Remote Control - Active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 System - 3 plugins loaded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Features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Attachment Support - attach files directly to Discord messages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!doc retrieve - re-download previously generated documents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!doc attach - attach any file from the filesystem</a:t>
            </a:r>
            <a:endParaRPr lang="en-US" sz="1600" dirty="0"/>
          </a:p>
          <a:p>
            <a:r>
              <a:rPr lang="en-US" sz="16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 fileAttachments in PluginResult type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 System Updates - Test</dc:title>
  <dc:subject>PptxGenJS Presentation</dc:subject>
  <dc:creator>Sam PAI</dc:creator>
  <cp:lastModifiedBy>Sam PAI</cp:lastModifiedBy>
  <cp:revision>1</cp:revision>
  <dcterms:created xsi:type="dcterms:W3CDTF">2026-03-16T20:05:51Z</dcterms:created>
  <dcterms:modified xsi:type="dcterms:W3CDTF">2026-03-16T20:05:51Z</dcterms:modified>
</cp:coreProperties>
</file>